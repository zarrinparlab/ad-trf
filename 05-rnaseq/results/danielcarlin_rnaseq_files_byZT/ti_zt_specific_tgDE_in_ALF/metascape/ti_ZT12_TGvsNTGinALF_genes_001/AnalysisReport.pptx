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Jun 21,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205 identifiers, 205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771573"/>
            <a:ext cx="10911535" cy="4908425"/>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975551" y="1665465"/>
            <a:ext cx="8240592"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3227729" y="1665465"/>
            <a:ext cx="5736236"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yList_PPIColorByCluster.png"/>
          <p:cNvPicPr>
            <a:picLocks noChangeAspect="1"/>
          </p:cNvPicPr>
          <p:nvPr/>
        </p:nvPicPr>
        <p:blipFill>
          <a:blip r:embed="rId3"/>
          <a:stretch>
            <a:fillRect/>
          </a:stretch>
        </p:blipFill>
        <p:spPr>
          <a:xfrm>
            <a:off x="640080" y="2232474"/>
            <a:ext cx="10911535" cy="3986623"/>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2321746" y="1665465"/>
            <a:ext cx="7548202"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MyList</a:t>
                      </a:r>
                    </a:p>
                  </a:txBody>
                  <a:tcPr/>
                </a:tc>
                <a:tc>
                  <a:txBody>
                    <a:bodyPr/>
                    <a:lstStyle/>
                    <a:p>
                      <a:r>
                        <a:t>GO:0043588|skin development|-7.0;GO:0042060|wound healing|-6.5;GO:0009611|response to wounding|-6.5</a:t>
                      </a:r>
                    </a:p>
                  </a:txBody>
                  <a:tcPr/>
                </a:tc>
              </a:tr>
              <a:tr h="1280160">
                <a:tc>
                  <a:txBody>
                    <a:bodyPr/>
                    <a:lstStyle/>
                    <a:p>
                      <a:r>
                        <a:t>MyList_MCODE_ALL</a:t>
                      </a:r>
                    </a:p>
                  </a:txBody>
                  <a:tcPr/>
                </a:tc>
                <a:tc>
                  <a:txBody>
                    <a:bodyPr/>
                    <a:lstStyle/>
                    <a:p>
                      <a:r>
                        <a:t>R-HSA-418594|G alpha (i) signalling events|-7.9;R-HSA-388396|GPCR downstream signalling|-6.7;R-HSA-372790|Signaling by GPCR|-6.5</a:t>
                      </a:r>
                    </a:p>
                  </a:txBody>
                  <a:tcPr/>
                </a:tc>
              </a:tr>
              <a:tr h="1280160">
                <a:tc>
                  <a:txBody>
                    <a:bodyPr/>
                    <a:lstStyle/>
                    <a:p>
                      <a:r>
                        <a:t>MyList_SUB1_MCODE_1</a:t>
                      </a:r>
                    </a:p>
                  </a:txBody>
                  <a:tcPr/>
                </a:tc>
                <a:tc>
                  <a:txBody>
                    <a:bodyPr/>
                    <a:lstStyle/>
                    <a:p>
                      <a:r>
                        <a:t>R-HSA-418594|G alpha (i) signalling events|-7.9;R-HSA-388396|GPCR downstream signalling|-6.7;R-HSA-372790|Signaling by GPCR|-6.5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