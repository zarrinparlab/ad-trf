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Jun 21,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274 identifiers, 274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854444"/>
            <a:ext cx="10911535" cy="2742682"/>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793327" y="1665465"/>
            <a:ext cx="10605041"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101468" y="1665465"/>
            <a:ext cx="7988758"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1192065" y="1665465"/>
            <a:ext cx="9807564"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947569" y="1665465"/>
            <a:ext cx="8296556"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MyList</a:t>
                      </a:r>
                    </a:p>
                  </a:txBody>
                  <a:tcPr/>
                </a:tc>
                <a:tc>
                  <a:txBody>
                    <a:bodyPr/>
                    <a:lstStyle/>
                    <a:p>
                      <a:r>
                        <a:t>GO:0009436|glyoxylate catabolic process|-6.9;GO:0022613|ribonucleoprotein complex biogenesis|-6.0;GO:0046487|glyoxylate metabolic process|-5.2</a:t>
                      </a:r>
                    </a:p>
                  </a:txBody>
                  <a:tcPr/>
                </a:tc>
              </a:tr>
              <a:tr h="853440">
                <a:tc>
                  <a:txBody>
                    <a:bodyPr/>
                    <a:lstStyle/>
                    <a:p>
                      <a:r>
                        <a:t>MyList_MCODE_ALL</a:t>
                      </a:r>
                    </a:p>
                  </a:txBody>
                  <a:tcPr/>
                </a:tc>
                <a:tc>
                  <a:txBody>
                    <a:bodyPr/>
                    <a:lstStyle/>
                    <a:p>
                      <a:r>
                        <a:t>GO:0034470|ncRNA processing|-6.4;GO:0006364|rRNA processing|-6.4;GO:0016072|rRNA metabolic process|-6.1</a:t>
                      </a:r>
                    </a:p>
                  </a:txBody>
                  <a:tcPr/>
                </a:tc>
              </a:tr>
              <a:tr h="853440">
                <a:tc>
                  <a:txBody>
                    <a:bodyPr/>
                    <a:lstStyle/>
                    <a:p>
                      <a:r>
                        <a:t>MyList_SUB1_MCODE_1</a:t>
                      </a:r>
                    </a:p>
                  </a:txBody>
                  <a:tcPr/>
                </a:tc>
                <a:tc>
                  <a:txBody>
                    <a:bodyPr/>
                    <a:lstStyle/>
                    <a:p>
                      <a:r>
                        <a:t>GO:0009451|RNA modification|-5.2;GO:0034470|ncRNA processing|-4.1;GO:0034660|ncRNA metabolic process|-3.7</a:t>
                      </a:r>
                    </a:p>
                  </a:txBody>
                  <a:tcPr/>
                </a:tc>
              </a:tr>
              <a:tr h="853440">
                <a:tc>
                  <a:txBody>
                    <a:bodyPr/>
                    <a:lstStyle/>
                    <a:p>
                      <a:r>
                        <a:t>MyList_SUB1_MCODE_2</a:t>
                      </a:r>
                    </a:p>
                  </a:txBody>
                  <a:tcPr/>
                </a:tc>
                <a:tc>
                  <a:txBody>
                    <a:bodyPr/>
                    <a:lstStyle/>
                    <a:p>
                      <a:r>
                        <a:t>GO:0006364|rRNA processing|-5.8;GO:0016072|rRNA metabolic process|-5.7;GO:0042254|ribosome biogenesis|-5.4</a:t>
                      </a:r>
                    </a:p>
                  </a:txBody>
                  <a:tcPr/>
                </a:tc>
              </a:tr>
              <a:tr h="853440">
                <a:tc>
                  <a:txBody>
                    <a:bodyPr/>
                    <a:lstStyle/>
                    <a:p>
                      <a:r>
                        <a:t>MyList_SUB1_MCODE_3</a:t>
                      </a:r>
                    </a:p>
                  </a:txBody>
                  <a:tcPr/>
                </a:tc>
                <a:tc>
                  <a:txBody>
                    <a:bodyPr/>
                    <a:lstStyle/>
                    <a:p>
                      <a:r>
                        <a:t>R-HSA-416476|G alpha (q) signalling events|-8.6;R-HSA-418594|G alpha (i) signalling events|-7.9;R-HSA-388396|GPCR downstream signalling|-6.7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