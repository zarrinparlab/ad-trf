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Jun 21,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247 identifiers, 247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117301"/>
            <a:ext cx="10911535" cy="4216969"/>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2017524" y="1665465"/>
            <a:ext cx="8156647"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3458578" y="1665465"/>
            <a:ext cx="5274539"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640080" y="1751423"/>
            <a:ext cx="10911535" cy="4948725"/>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807318" y="1665465"/>
            <a:ext cx="10577059"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4450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853440">
                <a:tc>
                  <a:txBody>
                    <a:bodyPr/>
                    <a:lstStyle/>
                    <a:p>
                      <a:r>
                        <a:t>MyList</a:t>
                      </a:r>
                    </a:p>
                  </a:txBody>
                  <a:tcPr/>
                </a:tc>
                <a:tc>
                  <a:txBody>
                    <a:bodyPr/>
                    <a:lstStyle/>
                    <a:p>
                      <a:r>
                        <a:t>GO:0001676|long-chain fatty acid metabolic process|-15.4;GO:0006631|fatty acid metabolic process|-15.2;GO:0032787|monocarboxylic acid metabolic process|-14.9</a:t>
                      </a:r>
                    </a:p>
                  </a:txBody>
                  <a:tcPr/>
                </a:tc>
              </a:tr>
              <a:tr h="853440">
                <a:tc>
                  <a:txBody>
                    <a:bodyPr/>
                    <a:lstStyle/>
                    <a:p>
                      <a:r>
                        <a:t>MyList_MCODE_ALL</a:t>
                      </a:r>
                    </a:p>
                  </a:txBody>
                  <a:tcPr/>
                </a:tc>
                <a:tc>
                  <a:txBody>
                    <a:bodyPr/>
                    <a:lstStyle/>
                    <a:p>
                      <a:r>
                        <a:t>hsa05204|Chemical carcinogenesis - DNA adducts|-17.9;hsa00982|Drug metabolism - cytochrome P450|-17.7;hsa00980|Metabolism of xenobiotics by cytochrome P450|-17.4</a:t>
                      </a:r>
                    </a:p>
                  </a:txBody>
                  <a:tcPr/>
                </a:tc>
              </a:tr>
              <a:tr h="853440">
                <a:tc>
                  <a:txBody>
                    <a:bodyPr/>
                    <a:lstStyle/>
                    <a:p>
                      <a:r>
                        <a:t>MyList_SUB1_MCODE_1</a:t>
                      </a:r>
                    </a:p>
                  </a:txBody>
                  <a:tcPr/>
                </a:tc>
                <a:tc>
                  <a:txBody>
                    <a:bodyPr/>
                    <a:lstStyle/>
                    <a:p>
                      <a:r>
                        <a:t>hsa05204|Chemical carcinogenesis - DNA adducts|-23.0;hsa00982|Drug metabolism - cytochrome P450|-22.8;hsa00980|Metabolism of xenobiotics by cytochrome P450|-22.5</a:t>
                      </a:r>
                    </a:p>
                  </a:txBody>
                  <a:tcPr/>
                </a:tc>
              </a:tr>
              <a:tr h="853440">
                <a:tc>
                  <a:txBody>
                    <a:bodyPr/>
                    <a:lstStyle/>
                    <a:p>
                      <a:r>
                        <a:t>MyList_SUB1_MCODE_2</a:t>
                      </a:r>
                    </a:p>
                  </a:txBody>
                  <a:tcPr/>
                </a:tc>
                <a:tc>
                  <a:txBody>
                    <a:bodyPr/>
                    <a:lstStyle/>
                    <a:p>
                      <a:r>
                        <a:t>GO:0032787|monocarboxylic acid metabolic process|-4.7;GO:0019752|carboxylic acid metabolic process|-4.2</a:t>
                      </a:r>
                    </a:p>
                  </a:txBody>
                  <a:tcPr/>
                </a:tc>
              </a:tr>
              <a:tr h="853440">
                <a:tc>
                  <a:txBody>
                    <a:bodyPr/>
                    <a:lstStyle/>
                    <a:p>
                      <a:r>
                        <a:t>MyList_SUB2_MCODE_3</a:t>
                      </a:r>
                    </a:p>
                  </a:txBody>
                  <a:tcPr/>
                </a:tc>
                <a:tc>
                  <a:txBody>
                    <a:bodyPr/>
                    <a:lstStyle/>
                    <a:p>
                      <a:r>
                        <a:t>R-HSA-418594|G alpha (i) signalling events|-7.9;R-HSA-500792|GPCR ligand binding|-7.2;R-HSA-388396|GPCR downstream signalling|-6.7</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