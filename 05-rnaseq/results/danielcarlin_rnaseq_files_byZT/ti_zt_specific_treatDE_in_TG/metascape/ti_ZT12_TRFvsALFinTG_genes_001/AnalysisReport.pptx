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Jun 21,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195 identifiers, 195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071377"/>
            <a:ext cx="10911535" cy="4308816"/>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81709"/>
            <a:ext cx="10911535" cy="4888153"/>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821652" y="1665465"/>
            <a:ext cx="8548390"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640080" y="1754485"/>
            <a:ext cx="10911535" cy="4942601"/>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1576813" y="1665465"/>
            <a:ext cx="9038069"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MyList</a:t>
                      </a:r>
                    </a:p>
                  </a:txBody>
                  <a:tcPr/>
                </a:tc>
                <a:tc>
                  <a:txBody>
                    <a:bodyPr/>
                    <a:lstStyle/>
                    <a:p>
                      <a:r>
                        <a:t>R-HSA-556833|Metabolism of lipids|-23.9;GO:0006631|fatty acid metabolic process|-20.6;GO:0032787|monocarboxylic acid metabolic process|-19.4</a:t>
                      </a:r>
                    </a:p>
                  </a:txBody>
                  <a:tcPr/>
                </a:tc>
              </a:tr>
              <a:tr h="1280160">
                <a:tc>
                  <a:txBody>
                    <a:bodyPr/>
                    <a:lstStyle/>
                    <a:p>
                      <a:r>
                        <a:t>MyList_MCODE_ALL</a:t>
                      </a:r>
                    </a:p>
                  </a:txBody>
                  <a:tcPr/>
                </a:tc>
                <a:tc>
                  <a:txBody>
                    <a:bodyPr/>
                    <a:lstStyle/>
                    <a:p>
                      <a:r>
                        <a:t>GO:0019395|fatty acid oxidation|-14.7;GO:0034440|lipid oxidation|-14.5;GO:0030258|lipid modification|-12.7</a:t>
                      </a:r>
                    </a:p>
                  </a:txBody>
                  <a:tcPr/>
                </a:tc>
              </a:tr>
              <a:tr h="1280160">
                <a:tc>
                  <a:txBody>
                    <a:bodyPr/>
                    <a:lstStyle/>
                    <a:p>
                      <a:r>
                        <a:t>MyList_SUB1_MCODE_1</a:t>
                      </a:r>
                    </a:p>
                  </a:txBody>
                  <a:tcPr/>
                </a:tc>
                <a:tc>
                  <a:txBody>
                    <a:bodyPr/>
                    <a:lstStyle/>
                    <a:p>
                      <a:r>
                        <a:t>GO:0019395|fatty acid oxidation|-14.7;GO:0034440|lipid oxidation|-14.5;GO:0030258|lipid modification|-12.7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