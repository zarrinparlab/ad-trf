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May 28,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64 identifiers, 64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3182661"/>
            <a:ext cx="10911535" cy="2086249"/>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793670" y="1665465"/>
            <a:ext cx="8604354"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213395" y="1665465"/>
            <a:ext cx="7764904"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1919588" y="1665465"/>
            <a:ext cx="8352519"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M254|PID MYC REPRESS PATHWAY|-5.2;WP4321|Thermogenesis|-4.5;WP5434|Pathways in cancer|-3.8</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