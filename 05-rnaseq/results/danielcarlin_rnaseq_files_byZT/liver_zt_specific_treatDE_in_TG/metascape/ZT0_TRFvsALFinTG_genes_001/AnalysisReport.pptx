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May 28,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106 identifiers, 106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040334"/>
            <a:ext cx="10911535" cy="4370903"/>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793670" y="1665465"/>
            <a:ext cx="8604354"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3234725" y="1665465"/>
            <a:ext cx="5722245"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898258" y="1665465"/>
            <a:ext cx="10395179"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640080" y="2058152"/>
            <a:ext cx="10911535" cy="4335267"/>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274312"/>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024128">
                <a:tc>
                  <a:txBody>
                    <a:bodyPr/>
                    <a:lstStyle/>
                    <a:p>
                      <a:r>
                        <a:t>MyList</a:t>
                      </a:r>
                    </a:p>
                  </a:txBody>
                  <a:tcPr/>
                </a:tc>
                <a:tc>
                  <a:txBody>
                    <a:bodyPr/>
                    <a:lstStyle/>
                    <a:p>
                      <a:r>
                        <a:t>GO:0019752|carboxylic acid metabolic process|-13.7;GO:0032787|monocarboxylic acid metabolic process|-13.6;R-HSA-211859|Biological oxidations|-13.6</a:t>
                      </a:r>
                    </a:p>
                  </a:txBody>
                  <a:tcPr/>
                </a:tc>
              </a:tr>
              <a:tr h="1024128">
                <a:tc>
                  <a:txBody>
                    <a:bodyPr/>
                    <a:lstStyle/>
                    <a:p>
                      <a:r>
                        <a:t>MyList_MCODE_ALL</a:t>
                      </a:r>
                    </a:p>
                  </a:txBody>
                  <a:tcPr/>
                </a:tc>
                <a:tc>
                  <a:txBody>
                    <a:bodyPr/>
                    <a:lstStyle/>
                    <a:p>
                      <a:r>
                        <a:t>R-HSA-211859|Biological oxidations|-10.9;GO:0006805|xenobiotic metabolic process|-9.8;WP2884|NRF2 pathway|-9.6</a:t>
                      </a:r>
                    </a:p>
                  </a:txBody>
                  <a:tcPr/>
                </a:tc>
              </a:tr>
              <a:tr h="1024128">
                <a:tc>
                  <a:txBody>
                    <a:bodyPr/>
                    <a:lstStyle/>
                    <a:p>
                      <a:r>
                        <a:t>MyList_SUB1_MCODE_1</a:t>
                      </a:r>
                    </a:p>
                  </a:txBody>
                  <a:tcPr/>
                </a:tc>
                <a:tc>
                  <a:txBody>
                    <a:bodyPr/>
                    <a:lstStyle/>
                    <a:p>
                      <a:r>
                        <a:t>R-HSA-9735869|SARS-CoV-1 modulates host translation machinery|-7.8;R-HSA-9754678|SARS-CoV-2 modulates host translation machinery|-7.3;R-HSA-72695|Formation of the ternary complex, and subsequently, the 43S complex|-7.3</a:t>
                      </a:r>
                    </a:p>
                  </a:txBody>
                  <a:tcPr/>
                </a:tc>
              </a:tr>
              <a:tr h="1024128">
                <a:tc>
                  <a:txBody>
                    <a:bodyPr/>
                    <a:lstStyle/>
                    <a:p>
                      <a:r>
                        <a:t>MyList_SUB1_MCODE_2</a:t>
                      </a:r>
                    </a:p>
                  </a:txBody>
                  <a:tcPr/>
                </a:tc>
                <a:tc>
                  <a:txBody>
                    <a:bodyPr/>
                    <a:lstStyle/>
                    <a:p>
                      <a:r>
                        <a:t>hsa05204|Chemical carcinogenesis - DNA adducts|-10.6;hsa00982|Drug metabolism - cytochrome P450|-10.5;hsa00980|Metabolism of xenobiotics by cytochrome P450|-10.4</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