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May 28,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1284 identifiers, 1284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941594"/>
            <a:ext cx="10911535" cy="4568383"/>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732888"/>
            <a:ext cx="10911535" cy="4985795"/>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933579" y="1665465"/>
            <a:ext cx="8324537"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GO:0006325|chromatin organization|-29.4;GO:0006338|chromatin remodeling|-24.3;R-HSA-556833|Metabolism of lipids|-18.8</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