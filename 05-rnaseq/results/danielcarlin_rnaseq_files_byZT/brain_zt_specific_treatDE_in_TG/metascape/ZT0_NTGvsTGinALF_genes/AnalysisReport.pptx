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Jul 19,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36 identifiers, 36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581071"/>
            <a:ext cx="10911535" cy="3289428"/>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695735" y="1665465"/>
            <a:ext cx="8800225"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3101812" y="1665465"/>
            <a:ext cx="5988070"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2003533" y="1665465"/>
            <a:ext cx="8184629"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GO:0008203|cholesterol metabolic process|-11.9;GO:1902652|secondary alcohol metabolic process|-11.6;GO:0016125|sterol metabolic process|-11.6</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