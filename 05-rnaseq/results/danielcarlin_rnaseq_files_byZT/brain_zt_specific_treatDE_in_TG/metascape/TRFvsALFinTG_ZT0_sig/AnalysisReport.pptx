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Jul 19,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110 identifiers, 110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75484"/>
            <a:ext cx="10911535" cy="450060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856286" y="1665465"/>
            <a:ext cx="10479123"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297340" y="1665465"/>
            <a:ext cx="7597015"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1681744" y="1665465"/>
            <a:ext cx="8828207"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640080" y="1911420"/>
            <a:ext cx="10911535" cy="4628731"/>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MyList</a:t>
                      </a:r>
                    </a:p>
                  </a:txBody>
                  <a:tcPr/>
                </a:tc>
                <a:tc>
                  <a:txBody>
                    <a:bodyPr/>
                    <a:lstStyle/>
                    <a:p>
                      <a:r>
                        <a:t>M5884|NABA CORE MATRISOME|-16.6;R-HSA-1474244|Extracellular matrix organization|-16.1;hsa04512|ECM-receptor interaction|-15.4</a:t>
                      </a:r>
                    </a:p>
                  </a:txBody>
                  <a:tcPr/>
                </a:tc>
              </a:tr>
              <a:tr h="1024128">
                <a:tc>
                  <a:txBody>
                    <a:bodyPr/>
                    <a:lstStyle/>
                    <a:p>
                      <a:r>
                        <a:t>MyList_MCODE_ALL</a:t>
                      </a:r>
                    </a:p>
                  </a:txBody>
                  <a:tcPr/>
                </a:tc>
                <a:tc>
                  <a:txBody>
                    <a:bodyPr/>
                    <a:lstStyle/>
                    <a:p>
                      <a:r>
                        <a:t>hsa04512|ECM-receptor interaction|-13.8;hsa04510|Focal adhesion|-11.6;M18|PID INTEGRIN1 PATHWAY|-11.6</a:t>
                      </a:r>
                    </a:p>
                  </a:txBody>
                  <a:tcPr/>
                </a:tc>
              </a:tr>
              <a:tr h="1024128">
                <a:tc>
                  <a:txBody>
                    <a:bodyPr/>
                    <a:lstStyle/>
                    <a:p>
                      <a:r>
                        <a:t>MyList_SUB1_MCODE_1</a:t>
                      </a:r>
                    </a:p>
                  </a:txBody>
                  <a:tcPr/>
                </a:tc>
                <a:tc>
                  <a:txBody>
                    <a:bodyPr/>
                    <a:lstStyle/>
                    <a:p>
                      <a:r>
                        <a:t>R-HSA-8948216|Collagen chain trimerization|-7.5;M3005|NABA COLLAGENS|-7.5;M198|PID SYNDECAN 1 PATHWAY|-7.5</a:t>
                      </a:r>
                    </a:p>
                  </a:txBody>
                  <a:tcPr/>
                </a:tc>
              </a:tr>
              <a:tr h="1024128">
                <a:tc>
                  <a:txBody>
                    <a:bodyPr/>
                    <a:lstStyle/>
                    <a:p>
                      <a:r>
                        <a:t>MyList_SUB1_MCODE_2</a:t>
                      </a:r>
                    </a:p>
                  </a:txBody>
                  <a:tcPr/>
                </a:tc>
                <a:tc>
                  <a:txBody>
                    <a:bodyPr/>
                    <a:lstStyle/>
                    <a:p>
                      <a:r>
                        <a:t>hsa04512|ECM-receptor interaction|-7.6;WP306|Focal adhesion|-6.6;hsa04510|Focal adhesion|-6.5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