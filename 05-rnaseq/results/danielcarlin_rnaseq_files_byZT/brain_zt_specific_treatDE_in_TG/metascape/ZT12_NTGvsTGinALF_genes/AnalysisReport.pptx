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Jul 19,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31 identifiers, 31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501059"/>
            <a:ext cx="10911535" cy="3449453"/>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499863" y="1665465"/>
            <a:ext cx="9191968"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940918" y="1665465"/>
            <a:ext cx="6309859"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2255367" y="1665465"/>
            <a:ext cx="7680960"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WP5333|Enterocyte cholesterol metabolism|-21.3;WP5304|Cholesterol metabolism|-21.0;R-HSA-191273|Cholesterol biosynthesis|-19.6</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